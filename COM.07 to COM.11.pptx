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60" r:id="rId3"/>
    <p:sldId id="259" r:id="rId4"/>
    <p:sldId id="258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2"/>
    <p:restoredTop sz="96327"/>
  </p:normalViewPr>
  <p:slideViewPr>
    <p:cSldViewPr snapToGrid="0">
      <p:cViewPr varScale="1">
        <p:scale>
          <a:sx n="124" d="100"/>
          <a:sy n="124" d="100"/>
        </p:scale>
        <p:origin x="200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79A20-9AFC-2D48-107F-EE3972604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EAD079-B527-BE62-0263-D6EB113E0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17AF9-AEC9-724E-4162-8EF41A30E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B625-7453-B742-94A7-A8A50787E7E2}" type="datetimeFigureOut">
              <a:rPr lang="en-US" smtClean="0"/>
              <a:t>11/7/23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54027-1117-4124-A712-1CFCF943E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D2E1E-E0D2-04E1-8051-8AEB3A5D3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AF45-9866-2A41-8054-EEED010A3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179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A5A07-6971-C0E8-C1B7-0E265E95B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5CF12-A03E-F8B4-0639-E02B6A07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39618-DE2D-A2AC-E423-FA12A0A74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B625-7453-B742-94A7-A8A50787E7E2}" type="datetimeFigureOut">
              <a:rPr lang="en-US" smtClean="0"/>
              <a:t>11/7/23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46824-8FF1-6176-97A9-BE168E97A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3B4A3-49F2-0372-E3B4-445CC1BC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AF45-9866-2A41-8054-EEED010A3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991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AA5AB-0F7C-0C1D-B8D5-8923ECF75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A5E94-682A-7115-B50F-1FA430A5F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C4F44-65B5-0B3F-2614-9CFEA8AB5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B625-7453-B742-94A7-A8A50787E7E2}" type="datetimeFigureOut">
              <a:rPr lang="en-US" smtClean="0"/>
              <a:t>11/7/23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CD6FC-EC3D-54FD-599D-9C4FEC48E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BDA2E-F309-B1DE-AC60-35A4E2252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AF45-9866-2A41-8054-EEED010A3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026BE-AC9C-3E73-3095-423C6EC9B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D37B0-7E33-B028-464F-1219310F5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37CE81-F9F3-F15B-1D14-0D14D98C7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D76D1-65BA-BE5B-6E08-350FF42F5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B625-7453-B742-94A7-A8A50787E7E2}" type="datetimeFigureOut">
              <a:rPr lang="en-US" smtClean="0"/>
              <a:t>11/7/23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B02E5-1D91-1624-9FC0-C2EAB0742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AE25C-8D19-C1D9-249D-52FEFA333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AF45-9866-2A41-8054-EEED010A3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449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EF442-0431-9D95-55D4-A11B67109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9B7AC-511A-F5A9-EA1B-889FD7720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9EF600-DF2F-CECD-BF07-5DFB916B4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02FA46-DE05-2B8F-2C17-56DF397E20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AFD1BA-2650-BA4E-6490-8BE26F169B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A668AD-47B8-E5E2-3BCA-8B802730B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B625-7453-B742-94A7-A8A50787E7E2}" type="datetimeFigureOut">
              <a:rPr lang="en-US" smtClean="0"/>
              <a:t>11/7/23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628333-8E53-FAFA-59FD-B6721AE04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3CC9DB-1161-503D-BD1C-24259A0F1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AF45-9866-2A41-8054-EEED010A3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65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AC63D-5427-9D1B-4DBA-CA7D05858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CDB5C1-A096-0638-062A-0FEFECA0D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B625-7453-B742-94A7-A8A50787E7E2}" type="datetimeFigureOut">
              <a:rPr lang="en-US" smtClean="0"/>
              <a:t>11/7/23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152FFE-1529-F1F7-1A59-95A4B00EF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8E9B8D-77BA-36D3-FADA-513ADE0AD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AF45-9866-2A41-8054-EEED010A3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64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612112-935E-71A3-B283-FB7D937C1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B625-7453-B742-94A7-A8A50787E7E2}" type="datetimeFigureOut">
              <a:rPr lang="en-US" smtClean="0"/>
              <a:t>11/7/23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3D9345-C071-B02E-07E5-191B33B83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582E3-C560-7DA5-DC5D-2F1F7ABCA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AF45-9866-2A41-8054-EEED010A3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128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343A-2C0D-9FA4-C97D-6E4579231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5D31C-DFD5-F509-D0E8-2846633E7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85CAA-B574-4AD3-6386-96B7BD88D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F2C11-7DB6-B902-7EF4-E12B0CDDB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B625-7453-B742-94A7-A8A50787E7E2}" type="datetimeFigureOut">
              <a:rPr lang="en-US" smtClean="0"/>
              <a:t>11/7/23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6B53C-6A9A-28F3-5A32-723AC1823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E12B9-082C-4A1A-0FA9-E9EE8577B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AF45-9866-2A41-8054-EEED010A3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16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5E308-480D-C2A5-5137-FB687A82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E29794-7FC3-E357-D3A0-9C54FC6E33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8C4F70-A948-5A5B-8CCF-199142414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95AC09-3A91-0DFE-8A20-40E9DF31E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B625-7453-B742-94A7-A8A50787E7E2}" type="datetimeFigureOut">
              <a:rPr lang="en-US" smtClean="0"/>
              <a:t>11/7/23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E22EDC-4561-59C5-95D0-78C016C55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5144A-81E7-B452-5926-6EF6AA8F4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AF45-9866-2A41-8054-EEED010A3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987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42471-32B3-F11C-68FA-BDD66B963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120C84-476D-881C-9C2E-C60B1A41A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387F2-D62B-AF62-73AF-2A448687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B625-7453-B742-94A7-A8A50787E7E2}" type="datetimeFigureOut">
              <a:rPr lang="en-US" smtClean="0"/>
              <a:t>11/7/23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D9B53-CDB2-D770-C263-C6E28DC91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A951B-96E2-3732-DAC3-A3E53AB00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AF45-9866-2A41-8054-EEED010A3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496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32375D-4374-5F54-D399-CD2F91E682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9AF870-95B1-5D66-0483-F62A06CA2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69744-9301-1625-5F9A-E86728689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B625-7453-B742-94A7-A8A50787E7E2}" type="datetimeFigureOut">
              <a:rPr lang="en-US" smtClean="0"/>
              <a:t>11/7/23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4E00C-7924-9C62-88E9-BD21BCD4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94DE0-9461-52EC-57F3-4930D5416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AF45-9866-2A41-8054-EEED010A3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886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62B979-909E-E0B1-D353-EC1E78E55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3ABA2-8C95-D130-235F-F8242D8DF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A51EC-670A-7EE0-EE48-242D60DD37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0B625-7453-B742-94A7-A8A50787E7E2}" type="datetimeFigureOut">
              <a:rPr lang="en-US" smtClean="0"/>
              <a:t>11/7/23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2850B-5EEB-EB61-85C2-6B19A4D98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86461-4F84-0AFC-AD2F-C60E4B6379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EAF45-9866-2A41-8054-EEED010A3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488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DB4D7-D787-4ADF-76D0-31AA1C37A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Non-conformity management (COM.07)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FAA59-8EDD-2684-1963-B65983140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Purpose:</a:t>
            </a:r>
          </a:p>
          <a:p>
            <a:pPr lvl="1"/>
            <a:r>
              <a:rPr lang="en-US" dirty="0"/>
              <a:t>Resolving non-conformity and eliminating their cause when appropriate</a:t>
            </a:r>
          </a:p>
          <a:p>
            <a:pPr marL="0" indent="0">
              <a:buNone/>
            </a:pPr>
            <a:r>
              <a:rPr lang="en-US" b="1" dirty="0"/>
              <a:t>Outcomes:</a:t>
            </a:r>
          </a:p>
          <a:p>
            <a:pPr lvl="1"/>
            <a:r>
              <a:rPr lang="en-US" dirty="0"/>
              <a:t>Non-conformities are identified</a:t>
            </a:r>
          </a:p>
          <a:p>
            <a:pPr lvl="1"/>
            <a:r>
              <a:rPr lang="en-US" dirty="0"/>
              <a:t>Non-conformities are resolved and closed</a:t>
            </a:r>
          </a:p>
          <a:p>
            <a:pPr lvl="1"/>
            <a:r>
              <a:rPr lang="en-US" dirty="0"/>
              <a:t>Causes of selected non-conformities is determined</a:t>
            </a:r>
          </a:p>
          <a:p>
            <a:pPr lvl="1"/>
            <a:r>
              <a:rPr lang="en-US" dirty="0"/>
              <a:t>Need for action is evaluated</a:t>
            </a:r>
          </a:p>
          <a:p>
            <a:pPr lvl="1"/>
            <a:r>
              <a:rPr lang="en-US" dirty="0"/>
              <a:t>Selected action proposal is implemented</a:t>
            </a:r>
          </a:p>
          <a:p>
            <a:pPr lvl="1"/>
            <a:r>
              <a:rPr lang="en-US" dirty="0"/>
              <a:t>Effectiveness of changes to eliminate non-conformities is confirmed.</a:t>
            </a:r>
          </a:p>
        </p:txBody>
      </p:sp>
    </p:spTree>
    <p:extLst>
      <p:ext uri="{BB962C8B-B14F-4D97-AF65-F5344CB8AC3E}">
        <p14:creationId xmlns:p14="http://schemas.microsoft.com/office/powerpoint/2010/main" val="485554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DB4D7-D787-4ADF-76D0-31AA1C37A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Operational Planning (COM.08)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FAA59-8EDD-2684-1963-B65983140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Purpose:</a:t>
            </a:r>
          </a:p>
          <a:p>
            <a:pPr lvl="1"/>
            <a:r>
              <a:rPr lang="en-US" dirty="0"/>
              <a:t>Defining characteristics of processes and plan their execution</a:t>
            </a:r>
          </a:p>
          <a:p>
            <a:pPr marL="0" indent="0">
              <a:buNone/>
            </a:pPr>
            <a:r>
              <a:rPr lang="en-US" b="1" dirty="0"/>
              <a:t>Outcomes:</a:t>
            </a:r>
          </a:p>
          <a:p>
            <a:pPr lvl="1"/>
            <a:r>
              <a:rPr lang="en-US" dirty="0"/>
              <a:t>Process requirements are identified</a:t>
            </a:r>
          </a:p>
          <a:p>
            <a:pPr lvl="1"/>
            <a:r>
              <a:rPr lang="en-US" dirty="0"/>
              <a:t>Process input and output products are determined</a:t>
            </a:r>
          </a:p>
          <a:p>
            <a:pPr lvl="1"/>
            <a:r>
              <a:rPr lang="en-US" dirty="0"/>
              <a:t>Set of activities that transform input into outputs is determined</a:t>
            </a:r>
          </a:p>
          <a:p>
            <a:pPr lvl="1"/>
            <a:r>
              <a:rPr lang="en-US" dirty="0"/>
              <a:t>Sequence and interaction of the process with other processes is determined</a:t>
            </a:r>
          </a:p>
          <a:p>
            <a:pPr lvl="1"/>
            <a:r>
              <a:rPr lang="en-US" dirty="0"/>
              <a:t>Required skills and roles for performing a process are identified</a:t>
            </a:r>
          </a:p>
          <a:p>
            <a:pPr lvl="1"/>
            <a:r>
              <a:rPr lang="en-US" dirty="0"/>
              <a:t>Methods for monitoring the process is determined</a:t>
            </a:r>
          </a:p>
          <a:p>
            <a:pPr lvl="1"/>
            <a:r>
              <a:rPr lang="en-US" dirty="0"/>
              <a:t>Plans for deployment of the process are developed</a:t>
            </a:r>
          </a:p>
        </p:txBody>
      </p:sp>
    </p:spTree>
    <p:extLst>
      <p:ext uri="{BB962C8B-B14F-4D97-AF65-F5344CB8AC3E}">
        <p14:creationId xmlns:p14="http://schemas.microsoft.com/office/powerpoint/2010/main" val="1994310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DB4D7-D787-4ADF-76D0-31AA1C37A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Performance evaluation (COM.09)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FAA59-8EDD-2684-1963-B65983140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Purpose:</a:t>
            </a:r>
          </a:p>
          <a:p>
            <a:pPr lvl="1"/>
            <a:r>
              <a:rPr lang="en-US" dirty="0"/>
              <a:t>To deploy and control execution and performance of processes</a:t>
            </a:r>
          </a:p>
          <a:p>
            <a:pPr marL="0" indent="0">
              <a:buNone/>
            </a:pPr>
            <a:r>
              <a:rPr lang="en-US" b="1" dirty="0"/>
              <a:t>Outcomes:</a:t>
            </a:r>
          </a:p>
          <a:p>
            <a:pPr lvl="1"/>
            <a:r>
              <a:rPr lang="en-US" dirty="0"/>
              <a:t>Roles, responsibilities, and authorities are allocated</a:t>
            </a:r>
          </a:p>
          <a:p>
            <a:pPr lvl="1"/>
            <a:r>
              <a:rPr lang="en-US" dirty="0"/>
              <a:t>Required resources are allocated and applied</a:t>
            </a:r>
          </a:p>
          <a:p>
            <a:pPr lvl="1"/>
            <a:r>
              <a:rPr lang="en-US" dirty="0"/>
              <a:t>Actions required to achieve management system are implemented</a:t>
            </a:r>
          </a:p>
          <a:p>
            <a:pPr lvl="1"/>
            <a:r>
              <a:rPr lang="en-US" dirty="0"/>
              <a:t>Suitability of actions needed to achieve management system are reviewed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35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DB4D7-D787-4ADF-76D0-31AA1C37A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Operational implementation and control(COM.10)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FAA59-8EDD-2684-1963-B65983140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Purpose:</a:t>
            </a:r>
          </a:p>
          <a:p>
            <a:pPr lvl="1"/>
            <a:r>
              <a:rPr lang="en-US" dirty="0"/>
              <a:t>Collect and analyze data to evaluate performance of management system and business objectives</a:t>
            </a:r>
          </a:p>
          <a:p>
            <a:pPr marL="0" indent="0">
              <a:buNone/>
            </a:pPr>
            <a:r>
              <a:rPr lang="en-US" b="1" dirty="0"/>
              <a:t>Outcomes:</a:t>
            </a:r>
          </a:p>
          <a:p>
            <a:pPr lvl="1"/>
            <a:r>
              <a:rPr lang="en-US" dirty="0"/>
              <a:t>Performance monitoring needs are defined</a:t>
            </a:r>
          </a:p>
          <a:p>
            <a:pPr lvl="1"/>
            <a:r>
              <a:rPr lang="en-US" dirty="0"/>
              <a:t>Performance measures, derived from the needs, are identified</a:t>
            </a:r>
          </a:p>
          <a:p>
            <a:pPr lvl="1"/>
            <a:r>
              <a:rPr lang="en-US" dirty="0"/>
              <a:t>Performance measuring methods, derived from the measures, are identified</a:t>
            </a:r>
          </a:p>
          <a:p>
            <a:pPr lvl="1"/>
            <a:r>
              <a:rPr lang="en-US" dirty="0"/>
              <a:t>Data is collected using using performance measuring methods</a:t>
            </a:r>
          </a:p>
          <a:p>
            <a:pPr lvl="1"/>
            <a:r>
              <a:rPr lang="en-US" dirty="0"/>
              <a:t>Collected data is </a:t>
            </a:r>
            <a:r>
              <a:rPr lang="en-US" dirty="0" err="1"/>
              <a:t>analysed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799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DB4D7-D787-4ADF-76D0-31AA1C37A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Risk Management (COM.11)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FAA59-8EDD-2684-1963-B65983140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Purpose:</a:t>
            </a:r>
          </a:p>
          <a:p>
            <a:pPr lvl="1"/>
            <a:r>
              <a:rPr lang="en-US" dirty="0"/>
              <a:t>Monitor risks using risk management</a:t>
            </a:r>
          </a:p>
          <a:p>
            <a:pPr marL="0" indent="0">
              <a:buNone/>
            </a:pPr>
            <a:r>
              <a:rPr lang="en-US" b="1" dirty="0"/>
              <a:t>Outcomes:</a:t>
            </a:r>
          </a:p>
          <a:p>
            <a:pPr lvl="1"/>
            <a:r>
              <a:rPr lang="en-US" dirty="0"/>
              <a:t>Risk assessment criteria is identified</a:t>
            </a:r>
          </a:p>
          <a:p>
            <a:pPr lvl="1"/>
            <a:r>
              <a:rPr lang="en-US" dirty="0"/>
              <a:t>Risks are identified</a:t>
            </a:r>
          </a:p>
          <a:p>
            <a:pPr lvl="1"/>
            <a:r>
              <a:rPr lang="en-US" dirty="0"/>
              <a:t>Identified risks are analyzed</a:t>
            </a:r>
          </a:p>
          <a:p>
            <a:pPr lvl="1"/>
            <a:r>
              <a:rPr lang="en-US" dirty="0"/>
              <a:t>Risks are identified against defined criteria</a:t>
            </a:r>
          </a:p>
          <a:p>
            <a:pPr lvl="1"/>
            <a:r>
              <a:rPr lang="en-US" dirty="0"/>
              <a:t>Risks are selected for treatment</a:t>
            </a:r>
          </a:p>
          <a:p>
            <a:pPr lvl="1"/>
            <a:r>
              <a:rPr lang="en-US" dirty="0"/>
              <a:t>Selected risks are treated</a:t>
            </a:r>
          </a:p>
        </p:txBody>
      </p:sp>
    </p:spTree>
    <p:extLst>
      <p:ext uri="{BB962C8B-B14F-4D97-AF65-F5344CB8AC3E}">
        <p14:creationId xmlns:p14="http://schemas.microsoft.com/office/powerpoint/2010/main" val="710279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287</Words>
  <Application>Microsoft Macintosh PowerPoint</Application>
  <PresentationFormat>Widescreen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Non-conformity management (COM.07)</vt:lpstr>
      <vt:lpstr>Operational Planning (COM.08)</vt:lpstr>
      <vt:lpstr>Performance evaluation (COM.09)</vt:lpstr>
      <vt:lpstr>Operational implementation and control(COM.10)</vt:lpstr>
      <vt:lpstr>Risk Management (COM.11)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Marcel Czarnik</dc:creator>
  <cp:lastModifiedBy>Marcel Czarnik</cp:lastModifiedBy>
  <cp:revision>5</cp:revision>
  <dcterms:created xsi:type="dcterms:W3CDTF">2023-11-07T16:34:15Z</dcterms:created>
  <dcterms:modified xsi:type="dcterms:W3CDTF">2023-11-07T17:40:11Z</dcterms:modified>
</cp:coreProperties>
</file>